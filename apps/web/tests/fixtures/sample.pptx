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제목 슬라이드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부제목 Subtitle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첫째 항목</a:t>
            </a:r>
          </a:p>
          <a:p>
            <a:r>
              <a:t>둘째 항목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표와 그림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09600">
                <a:tc>
                  <a:txBody>
                    <a:bodyPr/>
                    <a:lstStyle/>
                    <a:p>
                      <a:r>
                        <a:t>0,0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0,1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0,2 값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1,0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1,1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1,2 값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2,0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2,1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2,2 값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828800"/>
            <a:ext cx="1828800" cy="1371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4572000"/>
            <a:ext cx="27432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도형 텍스트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