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제목 슬라이드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부제목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첫째 항목</a:t>
            </a:r>
          </a:p>
          <a:p>
            <a:r>
              <a:t>둘째 항목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표와 그림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0,0 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 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 값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1,0 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 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 값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2,0 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2,1 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2,2 값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182880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45720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도형 텍스트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5486400"/>
            <a:ext cx="2743200" cy="914400"/>
          </a:xfrm>
        </p:spPr>
        <p:txBody>
          <a:bodyPr/>
          <a:lstStyle/>
          <a:p>
            <a:r>
              <a:t>AI 에이전트</a:t>
            </a:r>
          </a:p>
        </p:txBody>
      </p:sp>
      <p:pic>
        <p:nvPicPr>
          <p:cNvPr id="3" name="Picture 2" descr="_red.png"/>
          <p:cNvPicPr>
            <a:picLocks noChangeAspect="1"/>
          </p:cNvPicPr>
          <p:nvPr/>
        </p:nvPicPr>
        <p:blipFill>
          <a:blip r:embed="rId2"/>
          <a:srcRect l="25000" r="25000" t="10000"/>
          <a:stretch>
            <a:fillRect/>
          </a:stretch>
        </p:blipFill>
        <p:spPr>
          <a:xfrm>
            <a:off x="3657600" y="4572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